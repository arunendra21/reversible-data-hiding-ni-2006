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Hiding Data Without a Trace:</a:t>
            </a:r>
            <a:br/>
            <a:r>
              <a:t>Histogram-Shifting Reversible Watermarking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115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A reproduction of Ni, Shi, Ansari &amp; Su (IEEE TCSVT, 2006)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Medical / military / legal imaging cannot tolerate any permanent change to the cover image.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We need to hide data AND restore the pixel-exact original after extraction.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Goal: high fidelity + zero-loss recovery with a tiny key.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Embed a payload into an 8-bit grayscale image.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Extract the payload later.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Recover the original image with no distortion (bit-exact).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Keep the marked image visually identical to the original.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Existing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Lossless compression embedding (Fridrich 2002): low capacity, ~38 dB.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Difference expansion (Tian 2003): higher capacity, needs a location map.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This paper: histogram shifting — simple, high PSNR, no cover compression.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Proposed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6583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Find a peak bin P (most frequent gray value) and a zero bin Z (absent value).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Shift the band between P and Z by one level to free the slot next to P.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Embed bits into peak pixels: '1' -&gt; move to slot, '0' -&gt; stay.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Capacity of one pair = height of the peak.</a:t>
            </a:r>
          </a:p>
        </p:txBody>
      </p:sp>
      <p:pic>
        <p:nvPicPr>
          <p:cNvPr id="5" name="Picture 4" descr="fig2_histog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280160"/>
            <a:ext cx="4846319" cy="19385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Compute histogram -&gt; pick (peak, zero) pairs.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Shift band -&gt; embed payload into peaks.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Transmit marked image + (P,Z) key.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Receiver: read bits, collapse slot, un-shift band -&gt; exact original.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Mathematical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Direction d = +1 if Z&gt;P else -1; slot s = P+d.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Shift: v' = v + d for P &lt; v &lt; Z.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Embed: peak pixel with bit b -&gt; P + b*d.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MSE &lt;= 1  =&gt;  PSNR &gt;= 48.13 dB (theoretical bound).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Experimental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Eight 512x512 USC-SIPI grayscale images.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Configurations: 1, 3 and 5 (peak,zero) pairs.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Payload = full available capacity (pseudo-random bits).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Metrics: capacity (bpp), PSNR, SSIM, exact-reversibility check.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6583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Bit-exact reversibility for every image and configuration.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Single-pair PSNR ~50-55 dB, above the 48.13 dB bound.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Capacity vs PSNR trades off cleanly as pairs increase.</a:t>
            </a:r>
          </a:p>
        </p:txBody>
      </p:sp>
      <p:pic>
        <p:nvPicPr>
          <p:cNvPr id="5" name="Picture 4" descr="fig3_rate_distor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280160"/>
            <a:ext cx="4846320" cy="32829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Extremely simple and fast (integer arithmetic only).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Very high image fidelity, guaranteed PSNR floor.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No cover compression; negligible key size.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Capacity limited by peak height; poor for flat/textured histograms.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Needs empty bins (or overhead) as zero points.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Absolute numbers depend on the exact image variant.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Prediction-error histograms for much higher capacity.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Adaptive multi-pair selection.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Extension to encrypted-domain RDH (RDHEI).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Reproduced Ni et al. (2006) end to end.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Confirmed exact reversibility and the 48.13 dB PSNR bound.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Serves as the tested baseline for the other RDH papers in this project.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Ni, Shi, Ansari, Su. Reversible Data Hiding. IEEE TCSVT 16(3), 2006.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Tian. Difference Expansion. IEEE TCSVT 13(8), 2003.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Fridrich et al. Lossless Data Embedding. SPIE 4675, 2002.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Wang et al. SSIM. IEEE TIP 13(4), 2004.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